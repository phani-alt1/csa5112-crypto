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70" r:id="rId7"/>
    <p:sldId id="271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68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1088" y="1548768"/>
            <a:ext cx="10363200" cy="1470025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405352"/>
            <a:ext cx="8534400" cy="223344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192311091-K. Phani Sridhar Yogi</a:t>
            </a: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469" y="108614"/>
            <a:ext cx="10972800" cy="1143000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cryptography?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432" y="1617522"/>
            <a:ext cx="11577913" cy="4965840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converts readable information (plaintext) into an unreadable form (ciphertext).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and cryptographic keys are used to protect data from unauthorized access.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authorized receiver uses the correct key to recover the original message.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process: Plaintext → Encryption → Ciphertext → Decryption → Plaintext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include secure communication, online banking, passwords, digital signatures, VPNs and e-commerce.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352" y="1667810"/>
            <a:ext cx="11763528" cy="5491201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 – Ensures that only authorized users can access information.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– Ensures that data is not altered or tampered with.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– Verifies the identity of a user, device or sender.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– Ensures reliable access to services and information when required.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CA71-99E5-A332-3F05-46AF33032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Attacks in 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A4EFB-9D30-2354-B0B6-5A03AE7F1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can be classified into passive attacks, active attacks and other cryptographic attack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ATTACKS – The attacker observes information without modifying the system.</a:t>
            </a:r>
          </a:p>
          <a:p>
            <a:pPr lvl="1">
              <a:spcAft>
                <a:spcPts val="800"/>
              </a:spcAft>
              <a:defRPr sz="1300">
                <a:solidFill>
                  <a:srgbClr val="232323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Eavesdropping / Interception – Secretly listening to or capturing communication.</a:t>
            </a:r>
          </a:p>
          <a:p>
            <a:pPr lvl="1">
              <a:spcAft>
                <a:spcPts val="800"/>
              </a:spcAft>
              <a:defRPr sz="1300">
                <a:solidFill>
                  <a:srgbClr val="232323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Traffic Analysis – Studying communication patterns, timing and volume.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ATTACKS – The attacker modifies, injects or disrupts data or system operations.</a:t>
            </a:r>
          </a:p>
          <a:p>
            <a:pPr lvl="1">
              <a:spcAft>
                <a:spcPts val="800"/>
              </a:spcAft>
              <a:defRPr sz="13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Masquerade Attack – An attacker pretends to be an authorized user.</a:t>
            </a:r>
          </a:p>
          <a:p>
            <a:pPr lvl="1">
              <a:spcAft>
                <a:spcPts val="800"/>
              </a:spcAft>
              <a:defRPr sz="1300">
                <a:solidFill>
                  <a:srgbClr val="232323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Replay Attack – Captured valid messages are retransmitted later.</a:t>
            </a:r>
          </a:p>
          <a:p>
            <a:pPr lvl="1">
              <a:spcAft>
                <a:spcPts val="800"/>
              </a:spcAft>
              <a:defRPr sz="1300">
                <a:solidFill>
                  <a:srgbClr val="232323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Message Modification – Data is altered during transmission.</a:t>
            </a:r>
          </a:p>
          <a:p>
            <a:pPr lvl="1">
              <a:spcAft>
                <a:spcPts val="800"/>
              </a:spcAft>
              <a:defRPr sz="1300">
                <a:solidFill>
                  <a:srgbClr val="232323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Denial of Service (DoS) – Services are disrupted or made unavailable.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ATTACKS – Brute-force, cryptanalysis, Man-in-the-Middle and side-channel attacks.</a:t>
            </a:r>
          </a:p>
        </p:txBody>
      </p:sp>
    </p:spTree>
    <p:extLst>
      <p:ext uri="{BB962C8B-B14F-4D97-AF65-F5344CB8AC3E}">
        <p14:creationId xmlns:p14="http://schemas.microsoft.com/office/powerpoint/2010/main" val="2278295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to overcome Cryptographic attacks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8DA9BD-269D-042E-72D9-CD436BB22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requires strong algorithms, secure key management and correct implementation.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strong, modern cryptographic algorithms and avoid outdated methods.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long, random and unpredictable keys; rotate keys when required.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encryption with authentication to protect confidentiality and integrity.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digital certificates and authenticated communication to prevent MITM attacks.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nonces, timestamps and sequence numbers to prevent replay attacks.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multi-factor authentication and strong password policies.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firewalls, intrusion detection and rate limiting against DoS attacks.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update software, patch vulnerabilities and perform security audits.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8F9D4-844B-B6F0-50F8-293E6A72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From Caesar to Vigenère: Evolution of Substitution Ciphers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5A60D-4C63-7285-B475-7C80BF3C6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ciphers replace plaintext symbols with other symbols according to a rule.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– Uses one fixed shift for every letter.</a:t>
            </a:r>
          </a:p>
          <a:p>
            <a:pPr lvl="1"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With shift = 3 → HELLO becomes KHOOR.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 Substitution – Each plaintext letter is replaced by a fixed ciphertext letter.</a:t>
            </a:r>
          </a:p>
          <a:p>
            <a:pPr lvl="1"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→ Q, B → W, C → E; the same substitution is used throughout the message.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Polyalphabetic Substitution – Uses multiple substitution alphabets to reduce frequency patterns.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Vigenère Cipher uses a repeating keyword to apply different Caesar shifts.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Example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Plaintext = NETWORK , Key = BAD  → different shifts are applied to each character.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N E  T  W  O R  K   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13 4 19 22 14 17 10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  A D  B   A   D  B  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   0  3  1    0    3  1  ;            NETWORK becomes OEWXOUL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Evolution: Fixed shift → Fixed substitution alphabet → Multiple substitution alphabets.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Vigenère cipher improves security by changing the substitution pattern throughout the message, making the frequency patterns much harder to identify than in the Caesar cipher.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is stronger than classical Caesar and monoalphabetic ciphers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035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BA830-39A0-D421-C228-C2F08FBD9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52B34-1DB9-FE52-54AE-FCA7EF3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From classical to modern Cryptography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910FC-BA73-6D93-70AD-5E1C95D44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techniques evolved to resist increasingly powerful attacks.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Cryptography: Caesar, substitution and transposition ciphers.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Symmetric-Key Cryptography: The same secret key is used for encryption and decryption.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Asymmetric-Key Cryptography: Public and private keys enable secure communication and key exchange.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Functions: Produce fixed-length digests for integrity checking and password protection.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Signatures: Provide authentication, integrity and non-repudiation.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systems combine multiple techniques to provide layered security.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955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352" y="863068"/>
            <a:ext cx="109728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2863BE0-16DC-5150-6A94-1F28BDDC86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2635" y="2142664"/>
            <a:ext cx="10202280" cy="3048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is a continuous process of improving protection against evolving threats.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protects information through confidentiality, integrity, authentication and non-repudiation.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attacks observe information, while active attacks modify, inject or disrupt communication.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algorithms, secure keys, authentication and proper implementation help overcome attacks.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ciphers evolved from the simple Caesar Cipher to the more complex Vigenère Cipher.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cryptography combines multiple techniques to provide strong, layered security.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4DB28B6-2482-73B5-A88D-9B151353C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accessibility for differently-abled users with hands-free operation.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756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Times New Roman</vt:lpstr>
      <vt:lpstr>Office Theme</vt:lpstr>
      <vt:lpstr>Cryptography</vt:lpstr>
      <vt:lpstr>What is cryptography?</vt:lpstr>
      <vt:lpstr>Goals of Cryptography</vt:lpstr>
      <vt:lpstr>Common Attacks in Cryptography</vt:lpstr>
      <vt:lpstr>Techniques to overcome Cryptographic attacks</vt:lpstr>
      <vt:lpstr>From Caesar to Vigenère: Evolution of Substitution Ciphers</vt:lpstr>
      <vt:lpstr>From classical to modern Cryptography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PHANI SRIDHAR YOGI</cp:lastModifiedBy>
  <cp:revision>34</cp:revision>
  <dcterms:created xsi:type="dcterms:W3CDTF">2013-01-27T09:14:16Z</dcterms:created>
  <dcterms:modified xsi:type="dcterms:W3CDTF">2026-07-17T04:29:42Z</dcterms:modified>
  <cp:category/>
</cp:coreProperties>
</file>